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48640" y="182880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governance for APAC fintechs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2743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technology, data, and AI posture — for leadership clarity and for selling into regulated FIs.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for customers  ·  partners  ·  investors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is not the questionnaire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insurers, and payment institutions in APAC assess technology vendors against local technology-risk and outsourcing expectations — not a global certificate alone.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331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buyers ask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788920"/>
            <a:ext cx="2377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TRM themes, BNM RMiT baselines, data location, subcontractors, incident timers, AI oversight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337560" y="219456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3474720" y="2331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vendors bring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474720" y="2788920"/>
            <a:ext cx="2377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/ SOC 2 packs that help — but don’t answer market-specific bars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26480" y="219456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6263640" y="2331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gap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63640" y="2788920"/>
            <a:ext cx="2377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deals, repeated questionnaires, board conversations without a shared baseline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IT’S FOR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two jobs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977640" cy="2560320"/>
          </a:xfrm>
          <a:prstGeom prst="roundRect">
            <a:avLst>
              <a:gd name="adj" fmla="val 3571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6002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Fintechs &amp; tech companies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3520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current tech, data, and AI posture for founders, CIOs, and the board — without a six-month GRC programme.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54880" y="1371600"/>
            <a:ext cx="3977640" cy="2560320"/>
          </a:xfrm>
          <a:prstGeom prst="roundRect">
            <a:avLst>
              <a:gd name="adj" fmla="val 3571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4983480" y="16002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selling into FIs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983480" y="2286000"/>
            <a:ext cx="3520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into vendor due diligence with answers shaped by APAC expectations — not only a generic assurance report.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→ act → evidence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280160" y="1325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291840" y="13258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checklist across tech-governance domains. Minutes, not months.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210312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8016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291840" y="210312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gaps, risks, and a practical roadmap for leadership.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88036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8803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291840" y="288036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governance policies and Copilot guidance tied to APAC themes.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48640" y="36576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280160" y="36576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291840" y="36576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 assist from your real readiness and policy library.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baseline in one sitting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checklist grounded in what APAC FIs probe: oversight, vendors, monitoring, data residency, incidents, subcontractors, AI, and more.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2057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Domain-by-domain progress with clear “why this matters” context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514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Readiness signals for leadership — not a consultant binder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Saves as you go; sign-in syncs across devices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Built for founders, CIOs, CTOs, and IT leads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and specialist guidance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8138160" cy="868680"/>
          </a:xfrm>
          <a:prstGeom prst="roundRect">
            <a:avLst>
              <a:gd name="adj" fmla="val 8421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43560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tech governance policy drafts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1737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risk, data residency, incidents, AI, cloud, access, SDLC, logging, board reporting, and more — editable, exportable.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8138160" cy="868680"/>
          </a:xfrm>
          <a:prstGeom prst="roundRect">
            <a:avLst>
              <a:gd name="adj" fmla="val 8421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44144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Copilot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27432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 tech/data/AI specialist. Uses your readiness context when signed in. ISO vs checklist framing included.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3337560"/>
            <a:ext cx="8138160" cy="868680"/>
          </a:xfrm>
          <a:prstGeom prst="roundRect">
            <a:avLst>
              <a:gd name="adj" fmla="val 8421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344728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roadmap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77240" y="37490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treatments and sequence improvements for the quarter — not a multi-year GRC fantasy.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APAC markets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Technology, data, and AI governance — not payments licensing.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TRM / outsourcing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240280" y="173736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2331720" y="196596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33172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BNM RMiT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31920" y="173736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4023360" y="196596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02336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OJK tech &amp; digital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23560" y="173736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5715000" y="196596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Philippines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71500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BSP tech / outsourcing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0" y="173736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7406640" y="196596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40664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NBC technology risk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297180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320040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0080" y="352044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SBV (expanding maps)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240280" y="297180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25" name="Text 22"/>
          <p:cNvSpPr/>
          <p:nvPr/>
        </p:nvSpPr>
        <p:spPr>
          <a:xfrm>
            <a:off x="2331720" y="320040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2331720" y="352044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IT risk (expanding)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931920" y="297180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4023360" y="320040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023360" y="352044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cyber guidance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23560" y="297180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715000" y="320040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Korea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5715000" y="352044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FSC / related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315200" y="297180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7406640" y="320040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7406640" y="352044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FSC outsourcing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OBLIG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generic GRC checklist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286000" y="13258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 tech / data / AI governance for fintechs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18745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286000" y="18745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MAS- and BNM-shaped themes buyers actually test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4231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286000" y="2423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in minutes; policies you can edit today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286000" y="29718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is baseline — not a substitute for local bars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" y="35204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2286000" y="35204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regulatory intel on tech, data, AI (human-reviewed into product)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rollout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1234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enough for design partners and guided pilots. Self-serve billing and team features are next.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18745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846320" y="18745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22860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Assessment, dashboard, policies, Copilot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6974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Docs, Terms, Privacy, contact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Password reset &amp; account controls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3520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Weekly APAC tech/data/AI intel automation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846320" y="22860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In-app billing &amp; plan enforcement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46320" y="26974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Deeper VN / TH control maps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46320" y="31089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Team roles &amp; collaboration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46320" y="3520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Stronger evidence &amp; support SLAs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can work together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138160" cy="822960"/>
          </a:xfrm>
          <a:prstGeom prst="roundRect">
            <a:avLst>
              <a:gd name="adj" fmla="val 8889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5087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834640" y="155448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assessment. Optional guided pilot for one target FI market.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8138160" cy="822960"/>
          </a:xfrm>
          <a:prstGeom prst="roundRect">
            <a:avLst>
              <a:gd name="adj" fmla="val 8889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4688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2834640" y="251460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intro session with a fintech client. Co-branded walkthrough available.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3291840"/>
            <a:ext cx="8138160" cy="822960"/>
          </a:xfrm>
          <a:prstGeom prst="roundRect">
            <a:avLst>
              <a:gd name="adj" fmla="val 8889"/>
            </a:avLst>
          </a:prstGeom>
          <a:solidFill>
            <a:srgbClr val="0A1628">
              <a:alpha val="65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34290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2834640" y="347472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Design-partner traction first. Conversation welcome once pilots are live.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rkdir/artifacts/oblig-slid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63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tech governance posture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3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gap costs you.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oblig.vercel.app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legal or regulatory advice. Framework mappings are informational.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  ·  Confidential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Oblig — Tech Governance for APAC Fintechs</dc:title>
  <dc:subject>Introduction for customers, partners, and investors</dc:subject>
  <dc:creator>Oblig</dc:creator>
  <cp:lastModifiedBy>Oblig</cp:lastModifiedBy>
  <cp:revision>1</cp:revision>
  <dcterms:created xsi:type="dcterms:W3CDTF">2026-09-14T05:53:09Z</dcterms:created>
  <dcterms:modified xsi:type="dcterms:W3CDTF">2026-09-14T05:53:09Z</dcterms:modified>
</cp:coreProperties>
</file>