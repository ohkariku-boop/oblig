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governance for APAC fintechs</a:t>
            </a:r>
            <a:endParaRPr lang="en-US" sz="3400" dirty="0"/>
          </a:p>
        </p:txBody>
      </p:sp>
      <p:sp>
        <p:nvSpPr>
          <p:cNvPr id="8" name="Text 4"/>
          <p:cNvSpPr/>
          <p:nvPr/>
        </p:nvSpPr>
        <p:spPr>
          <a:xfrm>
            <a:off x="54864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technology, data, and AI posture — for leadership clarity and for selling into regulated FIs.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for customers  ·  partners  ·  investors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2 is not the questionnaire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48640" y="13258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Banks, insurers, and payment institutions in APAC assess technology vendors against local technology-risk and outsourcing expectations — not a global certificate alone.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1945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68580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buyers ask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" y="278892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TRM themes, BNM RMiT baselines, data location, subcontractors, incident timers, AI oversight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337560" y="21945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347472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vendors bring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74720" y="278892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 27001 / SOC 2 packs that help — but do not answer market-specific bars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26480" y="219456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the gap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263640" y="2788920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Slow deals, repeated questionnaires, board conversations without a shared baseline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IT IS FOR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two jobs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48640" y="1371600"/>
            <a:ext cx="3977640" cy="2560320"/>
          </a:xfrm>
          <a:prstGeom prst="roundRect">
            <a:avLst>
              <a:gd name="adj" fmla="val 3571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16002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Fintechs &amp; tech companies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28600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current tech, data, and AI posture for founders, CIOs, and the board — without a six-month GRC programme.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54880" y="1371600"/>
            <a:ext cx="3977640" cy="2560320"/>
          </a:xfrm>
          <a:prstGeom prst="roundRect">
            <a:avLst>
              <a:gd name="adj" fmla="val 3571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983480" y="160020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Teams selling into FIs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228600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 into vendor due diligence with answers shaped by APAC expectations — not only a generic assurance report.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→ act → evidence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48640" y="13258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280160" y="13258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3291840" y="13258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checklist across tech-governance domains. Minutes, not months.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21031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280160" y="21031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Prioritise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291840" y="21031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Score, gaps, risks, and a practical roadmap for leadership.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288036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280160" y="2880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291840" y="28803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governance policies and Copilot guidance tied to APAC themes.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365760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1280160" y="3657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291840" y="36576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Questionnaire assist from your real readiness and policy library.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baseline in one sitting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48640" y="12801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Self-reported checklist grounded in what APAC FIs probe: oversight, vendors, monitoring, data residency, incidents, subcontractors, AI, and more.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2057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Domain-by-domain progress with clear “why this matters” context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Readiness signals for leadership — not a consultant binder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Saves as you go; sign-in syncs across devices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Built for founders, CIOs, CTOs, and IT leads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GAPS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Policies and specialist guidance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48640" y="13258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14356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tech governance policy drafts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1737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 risk, data residency, incidents, AI, cloud, access, SDLC, logging, board reporting, and more — editable, exportable.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33172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24414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Copilot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772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 tech/data/AI specialist. Uses your readiness context when signed in. ISO vs checklist framing included.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3756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4472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roadmap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7724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treatments and sequence improvements for the quarter — not a multi-year GRC fantasy.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APAC markets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Technology, data, and AI governance — not payments licensing.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1737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19659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Singapore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22860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TRM / outsourcing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240280" y="1737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2331720" y="19659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Malaysia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331720" y="22860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BNM RMiT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31920" y="1737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023360" y="19659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Indonesia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023360" y="22860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OJK tech &amp; digital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623560" y="1737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5715000" y="19659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Philippines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715000" y="22860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BSP tech / outsourcing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315200" y="173736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7406640" y="19659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Cambodia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7406640" y="22860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NBC technology risk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548640" y="29718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640080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Vietnam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4008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SBV (expanding maps)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2240280" y="29718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2331720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Thailand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33172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 IT risk (expanding)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931920" y="29718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4023360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02336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FSA cyber guidance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623560" y="29718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5715000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Korea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571500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FSC / related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7315200" y="2971800"/>
            <a:ext cx="1600200" cy="1051560"/>
          </a:xfrm>
          <a:prstGeom prst="roundRect">
            <a:avLst>
              <a:gd name="adj" fmla="val 6957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7406640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Taiwan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7406640" y="3520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FSC outsourcing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OBLIG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another generic GRC checklist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548640" y="1325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2286000" y="1325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 tech / data / AI governance for fintechs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1874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Depth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86000" y="1874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MAS- and BNM-shaped themes buyers actually test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2423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286000" y="2423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in minutes; policies you can edit today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2971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2860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 is baseline — not a substitute for local bars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864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286000" y="3520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regulatory intel on tech, data, AI (human-reviewed into product)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Focused rollout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48640" y="12344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enough for design partners and guided pilots. Self-serve billing and team features are next.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46320" y="1874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Assessment, dashboard, policies, Copilot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Docs, Terms, Privacy, contact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Password reset &amp; account controls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Weekly APAC tech/data/AI intel automation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46320" y="2286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In-app billing &amp; plan enforcement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846320" y="2697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Deeper VN / TH control maps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4632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Team roles &amp; collaboration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46320" y="3520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  Stronger evidence &amp; support SLAs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3200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685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can work together</a:t>
            </a:r>
            <a:endParaRPr lang="en-US" sz="2600" dirty="0"/>
          </a:p>
        </p:txBody>
      </p:sp>
      <p:sp>
        <p:nvSpPr>
          <p:cNvPr id="8" name="Shape 4"/>
          <p:cNvSpPr/>
          <p:nvPr/>
        </p:nvSpPr>
        <p:spPr>
          <a:xfrm>
            <a:off x="548640" y="137160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2834640" y="15544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free assessment. Optional guided pilot for one target FI market.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233172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2468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834640" y="25146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Joint intro session with a fintech client. Co-branded walkthrough available.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0A1628">
              <a:alpha val="65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77240" y="3429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Investors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834640" y="34747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Design-partner traction first. Conversation welcome once pilots are live.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oblig-slid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home/workdir/artifacts/oblig/public/oblig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201168"/>
            <a:ext cx="438912" cy="4754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709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  ·  Confidential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772400" y="4709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/ 11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548640" y="1463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11D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548640" y="19202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your tech governance posture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3F7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the gap costs you.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548640" y="3200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8D4E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oblig.vercel.app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48640" y="41148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0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legal or regulatory advice. Framework mappings are informational.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Oblig — Tech Governance for APAC Fintechs</dc:title>
  <dc:subject>Introduction for customers, partners, and investors</dc:subject>
  <dc:creator>Oblig</dc:creator>
  <cp:lastModifiedBy>Oblig</cp:lastModifiedBy>
  <cp:revision>1</cp:revision>
  <dcterms:created xsi:type="dcterms:W3CDTF">2026-09-14T06:08:27Z</dcterms:created>
  <dcterms:modified xsi:type="dcterms:W3CDTF">2026-09-14T06:08:27Z</dcterms:modified>
</cp:coreProperties>
</file>